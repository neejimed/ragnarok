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5" r:id="rId1"/>
  </p:sldMasterIdLst>
  <p:sldIdLst>
    <p:sldId id="256" r:id="rId2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944" autoAdjust="0"/>
    <p:restoredTop sz="94630" autoAdjust="0"/>
  </p:normalViewPr>
  <p:slideViewPr>
    <p:cSldViewPr>
      <p:cViewPr varScale="1">
        <p:scale>
          <a:sx n="78" d="100"/>
          <a:sy n="78" d="100"/>
        </p:scale>
        <p:origin x="1397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tags" Target="tags/tag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314" name="Group 2">
            <a:extLst>
              <a:ext uri="{FF2B5EF4-FFF2-40B4-BE49-F238E27FC236}">
                <a16:creationId xmlns:a16="http://schemas.microsoft.com/office/drawing/2014/main" id="{79D8F58D-5FAD-7B0F-0882-72F7A9F04023}"/>
              </a:ext>
            </a:extLst>
          </p:cNvPr>
          <p:cNvGrpSpPr>
            <a:grpSpLocks/>
          </p:cNvGrpSpPr>
          <p:nvPr/>
        </p:nvGrpSpPr>
        <p:grpSpPr bwMode="auto">
          <a:xfrm>
            <a:off x="0" y="0"/>
            <a:ext cx="5867400" cy="6858000"/>
            <a:chOff x="0" y="0"/>
            <a:chExt cx="3696" cy="4320"/>
          </a:xfrm>
        </p:grpSpPr>
        <p:sp>
          <p:nvSpPr>
            <p:cNvPr id="13315" name="Rectangle 3">
              <a:extLst>
                <a:ext uri="{FF2B5EF4-FFF2-40B4-BE49-F238E27FC236}">
                  <a16:creationId xmlns:a16="http://schemas.microsoft.com/office/drawing/2014/main" id="{B530D726-D1CF-A127-C9B8-997A0F027E0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2880" cy="432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kumimoji="1"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3316" name="AutoShape 4">
              <a:extLst>
                <a:ext uri="{FF2B5EF4-FFF2-40B4-BE49-F238E27FC236}">
                  <a16:creationId xmlns:a16="http://schemas.microsoft.com/office/drawing/2014/main" id="{3BC760E2-2902-BAE1-5EB1-DD18EF56BD54}"/>
                </a:ext>
              </a:extLst>
            </p:cNvPr>
            <p:cNvSpPr>
              <a:spLocks noChangeArrowheads="1"/>
            </p:cNvSpPr>
            <p:nvPr/>
          </p:nvSpPr>
          <p:spPr bwMode="white">
            <a:xfrm>
              <a:off x="432" y="624"/>
              <a:ext cx="3264" cy="1200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kumimoji="1" lang="en-US" altLang="en-US" sz="240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13317" name="Group 5">
            <a:extLst>
              <a:ext uri="{FF2B5EF4-FFF2-40B4-BE49-F238E27FC236}">
                <a16:creationId xmlns:a16="http://schemas.microsoft.com/office/drawing/2014/main" id="{68584734-CCFF-0613-EE4E-988B5454F3E3}"/>
              </a:ext>
            </a:extLst>
          </p:cNvPr>
          <p:cNvGrpSpPr>
            <a:grpSpLocks/>
          </p:cNvGrpSpPr>
          <p:nvPr/>
        </p:nvGrpSpPr>
        <p:grpSpPr bwMode="auto">
          <a:xfrm>
            <a:off x="3632200" y="4889500"/>
            <a:ext cx="4876800" cy="319088"/>
            <a:chOff x="2288" y="3080"/>
            <a:chExt cx="3072" cy="201"/>
          </a:xfrm>
        </p:grpSpPr>
        <p:sp>
          <p:nvSpPr>
            <p:cNvPr id="13318" name="AutoShape 6">
              <a:extLst>
                <a:ext uri="{FF2B5EF4-FFF2-40B4-BE49-F238E27FC236}">
                  <a16:creationId xmlns:a16="http://schemas.microsoft.com/office/drawing/2014/main" id="{A1BF447E-099A-7916-FB5E-C746048CD96D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2288" y="3080"/>
              <a:ext cx="2914" cy="200"/>
            </a:xfrm>
            <a:prstGeom prst="roundRect">
              <a:avLst>
                <a:gd name="adj" fmla="val 0"/>
              </a:avLst>
            </a:prstGeom>
            <a:solidFill>
              <a:schemeClr val="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3319" name="AutoShape 7">
              <a:extLst>
                <a:ext uri="{FF2B5EF4-FFF2-40B4-BE49-F238E27FC236}">
                  <a16:creationId xmlns:a16="http://schemas.microsoft.com/office/drawing/2014/main" id="{17613AB2-14AD-CF5A-9577-5A4DFBADEA0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96" y="3080"/>
              <a:ext cx="164" cy="201"/>
            </a:xfrm>
            <a:prstGeom prst="flowChartDelay">
              <a:avLst/>
            </a:prstGeom>
            <a:solidFill>
              <a:schemeClr val="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</p:grpSp>
      <p:sp>
        <p:nvSpPr>
          <p:cNvPr id="13320" name="Rectangle 8">
            <a:extLst>
              <a:ext uri="{FF2B5EF4-FFF2-40B4-BE49-F238E27FC236}">
                <a16:creationId xmlns:a16="http://schemas.microsoft.com/office/drawing/2014/main" id="{9E3E1960-1CA5-A1DE-52DB-E68D22919381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4673600" y="2927350"/>
            <a:ext cx="4013200" cy="1822450"/>
          </a:xfrm>
        </p:spPr>
        <p:txBody>
          <a:bodyPr anchor="b"/>
          <a:lstStyle>
            <a:lvl1pPr marL="0" indent="0">
              <a:buFont typeface="Wingdings" panose="05000000000000000000" pitchFamily="2" charset="2"/>
              <a:buNone/>
              <a:defRPr>
                <a:solidFill>
                  <a:schemeClr val="tx2"/>
                </a:solidFill>
              </a:defRPr>
            </a:lvl1pPr>
          </a:lstStyle>
          <a:p>
            <a:pPr lvl="0"/>
            <a:r>
              <a:rPr lang="en-US" altLang="en-US" noProof="0"/>
              <a:t>Click to edit Master subtitle style</a:t>
            </a:r>
          </a:p>
        </p:txBody>
      </p:sp>
      <p:sp>
        <p:nvSpPr>
          <p:cNvPr id="13321" name="Rectangle 9">
            <a:extLst>
              <a:ext uri="{FF2B5EF4-FFF2-40B4-BE49-F238E27FC236}">
                <a16:creationId xmlns:a16="http://schemas.microsoft.com/office/drawing/2014/main" id="{5C94A4F3-74B3-D2F4-8CFD-BD8825427FB2}"/>
              </a:ext>
            </a:extLst>
          </p:cNvPr>
          <p:cNvSpPr>
            <a:spLocks noGrp="1" noChangeArrowheads="1"/>
          </p:cNvSpPr>
          <p:nvPr>
            <p:ph type="dt" sz="quarter" idx="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 altLang="en-US"/>
          </a:p>
        </p:txBody>
      </p:sp>
      <p:sp>
        <p:nvSpPr>
          <p:cNvPr id="13322" name="Rectangle 10">
            <a:extLst>
              <a:ext uri="{FF2B5EF4-FFF2-40B4-BE49-F238E27FC236}">
                <a16:creationId xmlns:a16="http://schemas.microsoft.com/office/drawing/2014/main" id="{80ABE3A0-E807-8E8B-BE47-6B17ABDB3AF2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/>
        <p:txBody>
          <a:bodyPr/>
          <a:lstStyle>
            <a:lvl1pPr algn="r">
              <a:defRPr/>
            </a:lvl1pPr>
          </a:lstStyle>
          <a:p>
            <a:endParaRPr lang="en-US" altLang="en-US"/>
          </a:p>
        </p:txBody>
      </p:sp>
      <p:sp>
        <p:nvSpPr>
          <p:cNvPr id="13323" name="Rectangle 11">
            <a:extLst>
              <a:ext uri="{FF2B5EF4-FFF2-40B4-BE49-F238E27FC236}">
                <a16:creationId xmlns:a16="http://schemas.microsoft.com/office/drawing/2014/main" id="{68D0526B-8AC1-8963-652A-9D767F7B20ED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>
          <a:xfrm>
            <a:off x="76200" y="6248400"/>
            <a:ext cx="587375" cy="488950"/>
          </a:xfrm>
        </p:spPr>
        <p:txBody>
          <a:bodyPr anchorCtr="0"/>
          <a:lstStyle>
            <a:lvl1pPr>
              <a:defRPr/>
            </a:lvl1pPr>
          </a:lstStyle>
          <a:p>
            <a:fld id="{225ABA54-A31B-4918-8505-CA21809DC56A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3324" name="AutoShape 12">
            <a:extLst>
              <a:ext uri="{FF2B5EF4-FFF2-40B4-BE49-F238E27FC236}">
                <a16:creationId xmlns:a16="http://schemas.microsoft.com/office/drawing/2014/main" id="{459489CA-5BD6-EC8E-CE0D-D6BBC248288B}"/>
              </a:ext>
            </a:extLst>
          </p:cNvPr>
          <p:cNvSpPr>
            <a:spLocks noGrp="1" noChangeArrowheads="1"/>
          </p:cNvSpPr>
          <p:nvPr>
            <p:ph type="ctrTitle" sz="quarter"/>
          </p:nvPr>
        </p:nvSpPr>
        <p:spPr>
          <a:xfrm>
            <a:off x="685800" y="990600"/>
            <a:ext cx="8229600" cy="1905000"/>
          </a:xfrm>
          <a:prstGeom prst="roundRect">
            <a:avLst>
              <a:gd name="adj" fmla="val 50000"/>
            </a:avLst>
          </a:prstGeom>
        </p:spPr>
        <p:txBody>
          <a:bodyPr anchor="ctr"/>
          <a:lstStyle>
            <a:lvl1pPr algn="ctr"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 altLang="en-US" noProof="0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78B9B5-C870-4C8B-DB18-6DA6633441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8EE1C0-1DD5-5DD1-71BF-3614D3A079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90AB7E-38F9-F3A2-EA36-296A74906F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0B32C6-6326-460F-EA4F-35810FE8A2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19EC38-E0BC-C414-538F-379F88D530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AFC04CA-3376-4DF1-96A2-78BDA2F4915E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718941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C59FCD-35B0-A3FB-6B28-EAF77957D3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D4D71F-794C-C692-8B80-E3B731FDDD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DD38C3-6450-FFE4-7CCA-5A81098470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309174-A38A-B363-3069-27183BE896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7624A7-BF22-E945-B7C5-FD29CA38CF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1AC5472-1EF7-48EE-9F42-58F3A85DFB3F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17886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1C83AF-49DF-61F4-E933-103816E259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A2CA36-3D0D-8323-54BC-35895812A94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2362200"/>
            <a:ext cx="3770313" cy="372427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9B40C16-8782-60D8-157A-7AAB5BEAF21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760913" y="2362200"/>
            <a:ext cx="3770312" cy="372427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E052B39-5738-5030-5AE9-FC7F1A44B4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EC6B71E-0DC2-B6D8-9758-D85627681A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D1E178-9857-C9F8-881B-0A6B8D5685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530E7AF-074C-46B7-9E37-19AE6EDE8C9A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668639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5AF46C-AF46-6903-0BB8-6BD370A03A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0F3325-86B6-A200-7BA5-D253D64A6E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1C46170-3AFC-BA45-CCC8-E1BBA0977DE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7352B84-8273-8E88-9F83-C080BA374D0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7A428EB-37E8-8798-1354-2EAAEAF3F80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18728B7-472D-8C8E-A6D5-7857DF7A77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15A6FB5-80CE-6686-30B0-5A86D34D1F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B915DD0-B5C6-C50B-DCE1-F568D0436C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78276DE-D806-47A1-8E53-9A50B4DA7D7A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359731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1CEFE2-5F19-EC4D-B299-7CF50C44F5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43DCCFF-DC48-15B4-44C0-A51D031FD3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89E726F-CA54-0C69-B7B1-A410690BFE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16D4BD6-1E8B-C548-106E-5D5FFA25F0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B5C8214-705A-49AC-A8F6-A6071DABC1E3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1894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E3619B2-A12C-7EB3-97B6-F615D65617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7320FBB-4DDD-7D03-D040-1D5EFA0897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7A00D2-F9F9-4F0E-61AF-FA0091AD67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8FB05BA-8E14-467B-8B47-16984D97D51D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782222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168349-0043-49C7-2298-76EBA0AB1C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BDEC2B-908A-349E-68C4-6F072816E5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D3C2E22-B982-C53C-DB78-F33AAE186D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2B4740-D309-3AFB-472C-8D62BB5CF7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2CA6C2D-CBA3-25B1-2862-167D196FBA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8ADD29E-14A9-D0B4-5E91-27A8B53F6B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23AEFA9-D84E-4DFD-A9E6-801BF2A55054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993173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149EF4-BA9B-C7F8-EE54-11EDD09F5F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0B64BE6-0523-CDB1-60A5-9A18D607E86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9E52A6-605E-F612-F758-0A847CD8F6F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65ABAAA-D21A-7296-AD67-E36CDCE7AF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C8DCC5-979B-F78C-F64F-FFAD56BC41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92EEC4-82DF-E8DD-788F-AEBA63166C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69D6804-C3DE-4458-AD12-C1281844639F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662953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2FEDB3-6043-AD92-5285-E673BC67E3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B0815C-8344-BD26-47BE-A019188DB2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1E4AFC-2FC4-B3BC-3D28-74B67AB837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7004F2-60A0-C2B6-8301-2B190103C9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A23AB1-E86E-70C1-E7E0-19F86EA680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9AB19CD-6FB0-452F-A9AC-9CD050A04919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85489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EB3277D-023E-B083-B3F5-68BF8E3A7CC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705600" y="762000"/>
            <a:ext cx="1981200" cy="5324475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3DA5522-0F0C-83B2-5F46-51FFD9854A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62000" y="762000"/>
            <a:ext cx="5791200" cy="5324475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46278B-15BA-D930-242D-0DA0700F44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B75222-CA40-9511-0FE3-471E4E3E34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560232-47BE-0714-1957-A01CB16A23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9B5656F-0147-4241-B235-A3AAF86E2751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3307153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Media" preserve="1">
  <p:cSld name="Title, Text and Media Cli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83AAC0-3E6B-797B-1BB6-3FBEDA9CD9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762000"/>
            <a:ext cx="7924800" cy="1143000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D89036-20F9-61CE-BC09-B5B49AAB9F4B}"/>
              </a:ext>
            </a:extLst>
          </p:cNvPr>
          <p:cNvSpPr>
            <a:spLocks noGrp="1"/>
          </p:cNvSpPr>
          <p:nvPr>
            <p:ph type="body" sz="half" idx="1"/>
          </p:nvPr>
        </p:nvSpPr>
        <p:spPr>
          <a:xfrm>
            <a:off x="838200" y="2362200"/>
            <a:ext cx="3770313" cy="372427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5B982B28-365B-EEEB-58B3-023CF2FCF022}"/>
              </a:ext>
            </a:extLst>
          </p:cNvPr>
          <p:cNvSpPr>
            <a:spLocks noGrp="1"/>
          </p:cNvSpPr>
          <p:nvPr>
            <p:ph type="media" sz="half" idx="2"/>
          </p:nvPr>
        </p:nvSpPr>
        <p:spPr>
          <a:xfrm>
            <a:off x="4760913" y="2362200"/>
            <a:ext cx="3770312" cy="3724275"/>
          </a:xfrm>
        </p:spPr>
        <p:txBody>
          <a:bodyPr/>
          <a:lstStyle/>
          <a:p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091CBBB-6565-7171-EF4A-C15799FFBD9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438400" y="6248400"/>
            <a:ext cx="2130425" cy="474663"/>
          </a:xfrm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1A19ACE-2FF0-810B-5321-608BEF2958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791200" y="6248400"/>
            <a:ext cx="2897188" cy="474663"/>
          </a:xfrm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6899361-1E78-2A57-1663-AE2F84E51D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4138" y="6242050"/>
            <a:ext cx="587375" cy="488950"/>
          </a:xfrm>
        </p:spPr>
        <p:txBody>
          <a:bodyPr/>
          <a:lstStyle>
            <a:lvl1pPr>
              <a:defRPr/>
            </a:lvl1pPr>
          </a:lstStyle>
          <a:p>
            <a:fld id="{AA4E959C-D9CB-4AA0-8B0E-987CB3DC83D1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875040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290" name="Group 2">
            <a:extLst>
              <a:ext uri="{FF2B5EF4-FFF2-40B4-BE49-F238E27FC236}">
                <a16:creationId xmlns:a16="http://schemas.microsoft.com/office/drawing/2014/main" id="{980423DC-286E-5B26-8B91-E57E266A1ECA}"/>
              </a:ext>
            </a:extLst>
          </p:cNvPr>
          <p:cNvGrpSpPr>
            <a:grpSpLocks/>
          </p:cNvGrpSpPr>
          <p:nvPr/>
        </p:nvGrpSpPr>
        <p:grpSpPr bwMode="auto">
          <a:xfrm>
            <a:off x="0" y="0"/>
            <a:ext cx="7620000" cy="6858000"/>
            <a:chOff x="0" y="0"/>
            <a:chExt cx="4800" cy="4320"/>
          </a:xfrm>
        </p:grpSpPr>
        <p:grpSp>
          <p:nvGrpSpPr>
            <p:cNvPr id="12291" name="Group 3">
              <a:extLst>
                <a:ext uri="{FF2B5EF4-FFF2-40B4-BE49-F238E27FC236}">
                  <a16:creationId xmlns:a16="http://schemas.microsoft.com/office/drawing/2014/main" id="{E0C2EB28-F6F1-80C4-62C8-8EAA3084284E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0" y="0"/>
              <a:ext cx="2016" cy="4320"/>
              <a:chOff x="0" y="0"/>
              <a:chExt cx="2016" cy="4320"/>
            </a:xfrm>
          </p:grpSpPr>
          <p:sp>
            <p:nvSpPr>
              <p:cNvPr id="12292" name="Rectangle 4">
                <a:extLst>
                  <a:ext uri="{FF2B5EF4-FFF2-40B4-BE49-F238E27FC236}">
                    <a16:creationId xmlns:a16="http://schemas.microsoft.com/office/drawing/2014/main" id="{E21A9EEA-CCB8-3A74-5E18-1DAC1954B42F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0" y="0"/>
                <a:ext cx="480" cy="432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12293" name="Freeform 5">
                <a:extLst>
                  <a:ext uri="{FF2B5EF4-FFF2-40B4-BE49-F238E27FC236}">
                    <a16:creationId xmlns:a16="http://schemas.microsoft.com/office/drawing/2014/main" id="{AAF19EBA-B97B-6E2B-A39E-72586B29B32D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288" y="0"/>
                <a:ext cx="1728" cy="735"/>
              </a:xfrm>
              <a:custGeom>
                <a:avLst/>
                <a:gdLst>
                  <a:gd name="T0" fmla="*/ 1728 w 1728"/>
                  <a:gd name="T1" fmla="*/ 0 h 735"/>
                  <a:gd name="T2" fmla="*/ 1728 w 1728"/>
                  <a:gd name="T3" fmla="*/ 480 h 735"/>
                  <a:gd name="T4" fmla="*/ 380 w 1728"/>
                  <a:gd name="T5" fmla="*/ 482 h 735"/>
                  <a:gd name="T6" fmla="*/ 354 w 1728"/>
                  <a:gd name="T7" fmla="*/ 480 h 735"/>
                  <a:gd name="T8" fmla="*/ 308 w 1728"/>
                  <a:gd name="T9" fmla="*/ 489 h 735"/>
                  <a:gd name="T10" fmla="*/ 246 w 1728"/>
                  <a:gd name="T11" fmla="*/ 531 h 735"/>
                  <a:gd name="T12" fmla="*/ 206 w 1728"/>
                  <a:gd name="T13" fmla="*/ 597 h 735"/>
                  <a:gd name="T14" fmla="*/ 192 w 1728"/>
                  <a:gd name="T15" fmla="*/ 666 h 735"/>
                  <a:gd name="T16" fmla="*/ 192 w 1728"/>
                  <a:gd name="T17" fmla="*/ 735 h 735"/>
                  <a:gd name="T18" fmla="*/ 0 w 1728"/>
                  <a:gd name="T19" fmla="*/ 735 h 735"/>
                  <a:gd name="T20" fmla="*/ 0 w 1728"/>
                  <a:gd name="T21" fmla="*/ 480 h 735"/>
                  <a:gd name="T22" fmla="*/ 0 w 1728"/>
                  <a:gd name="T23" fmla="*/ 0 h 735"/>
                  <a:gd name="T24" fmla="*/ 1728 w 1728"/>
                  <a:gd name="T25" fmla="*/ 0 h 7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728" h="735">
                    <a:moveTo>
                      <a:pt x="1728" y="0"/>
                    </a:moveTo>
                    <a:lnTo>
                      <a:pt x="1728" y="480"/>
                    </a:lnTo>
                    <a:lnTo>
                      <a:pt x="380" y="482"/>
                    </a:lnTo>
                    <a:lnTo>
                      <a:pt x="354" y="480"/>
                    </a:lnTo>
                    <a:lnTo>
                      <a:pt x="308" y="489"/>
                    </a:lnTo>
                    <a:cubicBezTo>
                      <a:pt x="290" y="498"/>
                      <a:pt x="263" y="513"/>
                      <a:pt x="246" y="531"/>
                    </a:cubicBezTo>
                    <a:cubicBezTo>
                      <a:pt x="229" y="549"/>
                      <a:pt x="215" y="574"/>
                      <a:pt x="206" y="597"/>
                    </a:cubicBezTo>
                    <a:cubicBezTo>
                      <a:pt x="197" y="620"/>
                      <a:pt x="194" y="643"/>
                      <a:pt x="192" y="666"/>
                    </a:cubicBezTo>
                    <a:lnTo>
                      <a:pt x="192" y="735"/>
                    </a:lnTo>
                    <a:lnTo>
                      <a:pt x="0" y="735"/>
                    </a:lnTo>
                    <a:lnTo>
                      <a:pt x="0" y="480"/>
                    </a:lnTo>
                    <a:lnTo>
                      <a:pt x="0" y="0"/>
                    </a:lnTo>
                    <a:lnTo>
                      <a:pt x="1728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chemeClr val="tx1"/>
                    </a:solidFill>
                    <a:prstDash val="solid"/>
                    <a:miter lim="800000"/>
                    <a:headEnd type="none" w="med" len="med"/>
                    <a:tailEnd type="none" w="med" len="med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</p:grpSp>
        <p:grpSp>
          <p:nvGrpSpPr>
            <p:cNvPr id="12294" name="Group 6">
              <a:extLst>
                <a:ext uri="{FF2B5EF4-FFF2-40B4-BE49-F238E27FC236}">
                  <a16:creationId xmlns:a16="http://schemas.microsoft.com/office/drawing/2014/main" id="{CF8DE33D-135E-5E03-2AC9-ED158FB2642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4" y="1248"/>
              <a:ext cx="4656" cy="201"/>
              <a:chOff x="144" y="1248"/>
              <a:chExt cx="4656" cy="201"/>
            </a:xfrm>
          </p:grpSpPr>
          <p:sp>
            <p:nvSpPr>
              <p:cNvPr id="12295" name="AutoShape 7">
                <a:extLst>
                  <a:ext uri="{FF2B5EF4-FFF2-40B4-BE49-F238E27FC236}">
                    <a16:creationId xmlns:a16="http://schemas.microsoft.com/office/drawing/2014/main" id="{AA4157E3-50C6-F267-0172-75B3A3E10C5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4" y="1248"/>
                <a:ext cx="4416" cy="200"/>
              </a:xfrm>
              <a:prstGeom prst="roundRect">
                <a:avLst>
                  <a:gd name="adj" fmla="val 0"/>
                </a:avLst>
              </a:prstGeom>
              <a:solidFill>
                <a:schemeClr val="hlink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12296" name="AutoShape 8">
                <a:extLst>
                  <a:ext uri="{FF2B5EF4-FFF2-40B4-BE49-F238E27FC236}">
                    <a16:creationId xmlns:a16="http://schemas.microsoft.com/office/drawing/2014/main" id="{28797031-B37E-09FD-499E-F0AA4B43B92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H="1">
                <a:off x="144" y="1248"/>
                <a:ext cx="248" cy="201"/>
              </a:xfrm>
              <a:prstGeom prst="flowChartDelay">
                <a:avLst/>
              </a:prstGeom>
              <a:solidFill>
                <a:schemeClr val="hlink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</p:grpSp>
      </p:grpSp>
      <p:sp>
        <p:nvSpPr>
          <p:cNvPr id="12297" name="AutoShape 9">
            <a:extLst>
              <a:ext uri="{FF2B5EF4-FFF2-40B4-BE49-F238E27FC236}">
                <a16:creationId xmlns:a16="http://schemas.microsoft.com/office/drawing/2014/main" id="{601E137B-8AA3-CFE0-3F69-F4091609CF6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762000" y="762000"/>
            <a:ext cx="7924800" cy="1143000"/>
          </a:xfrm>
          <a:prstGeom prst="roundRect">
            <a:avLst>
              <a:gd name="adj" fmla="val 21667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2298" name="Rectangle 10">
            <a:extLst>
              <a:ext uri="{FF2B5EF4-FFF2-40B4-BE49-F238E27FC236}">
                <a16:creationId xmlns:a16="http://schemas.microsoft.com/office/drawing/2014/main" id="{47E65BAA-F1DC-1108-3CC4-FC7DFD0ACD0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38200" y="2362200"/>
            <a:ext cx="7693025" cy="3724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2299" name="Rectangle 11">
            <a:extLst>
              <a:ext uri="{FF2B5EF4-FFF2-40B4-BE49-F238E27FC236}">
                <a16:creationId xmlns:a16="http://schemas.microsoft.com/office/drawing/2014/main" id="{9E694459-9597-4245-EDDC-85E27F401CBB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2438400" y="6248400"/>
            <a:ext cx="2130425" cy="474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endParaRPr lang="en-US" altLang="en-US"/>
          </a:p>
        </p:txBody>
      </p:sp>
      <p:sp>
        <p:nvSpPr>
          <p:cNvPr id="12300" name="Rectangle 12">
            <a:extLst>
              <a:ext uri="{FF2B5EF4-FFF2-40B4-BE49-F238E27FC236}">
                <a16:creationId xmlns:a16="http://schemas.microsoft.com/office/drawing/2014/main" id="{536F3D47-B0F0-1042-063C-AA951CFC6CFC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5791200" y="6248400"/>
            <a:ext cx="2897188" cy="474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en-US"/>
          </a:p>
        </p:txBody>
      </p:sp>
      <p:sp>
        <p:nvSpPr>
          <p:cNvPr id="12301" name="Rectangle 13">
            <a:extLst>
              <a:ext uri="{FF2B5EF4-FFF2-40B4-BE49-F238E27FC236}">
                <a16:creationId xmlns:a16="http://schemas.microsoft.com/office/drawing/2014/main" id="{48E09381-9E06-18D5-DE31-8E6C2B552941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4138" y="6242050"/>
            <a:ext cx="587375" cy="488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1" compatLnSpc="1">
            <a:prstTxWarp prst="textNoShape">
              <a:avLst/>
            </a:prstTxWarp>
          </a:bodyPr>
          <a:lstStyle>
            <a:lvl1pPr>
              <a:defRPr sz="2600" b="1">
                <a:solidFill>
                  <a:schemeClr val="bg1"/>
                </a:solidFill>
              </a:defRPr>
            </a:lvl1pPr>
          </a:lstStyle>
          <a:p>
            <a:fld id="{DC926269-D9C0-46C1-87DB-CCD01DD25936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6" r:id="rId1"/>
    <p:sldLayoutId id="2147483657" r:id="rId2"/>
    <p:sldLayoutId id="2147483658" r:id="rId3"/>
    <p:sldLayoutId id="2147483659" r:id="rId4"/>
    <p:sldLayoutId id="2147483660" r:id="rId5"/>
    <p:sldLayoutId id="2147483661" r:id="rId6"/>
    <p:sldLayoutId id="2147483662" r:id="rId7"/>
    <p:sldLayoutId id="2147483663" r:id="rId8"/>
    <p:sldLayoutId id="2147483664" r:id="rId9"/>
    <p:sldLayoutId id="2147483665" r:id="rId10"/>
    <p:sldLayoutId id="2147483666" r:id="rId11"/>
    <p:sldLayoutId id="2147483667" r:id="rId12"/>
  </p:sldLayoutIdLst>
  <p:txStyles>
    <p:titleStyle>
      <a:lvl1pPr algn="l" rtl="0" fontAlgn="base">
        <a:lnSpc>
          <a:spcPct val="90000"/>
        </a:lnSpc>
        <a:spcBef>
          <a:spcPct val="0"/>
        </a:spcBef>
        <a:spcAft>
          <a:spcPct val="0"/>
        </a:spcAft>
        <a:defRPr sz="3600" b="1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fontAlgn="base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2pPr>
      <a:lvl3pPr algn="l" rtl="0" fontAlgn="base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3pPr>
      <a:lvl4pPr algn="l" rtl="0" fontAlgn="base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4pPr>
      <a:lvl5pPr algn="l" rtl="0" fontAlgn="base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chemeClr val="tx1"/>
        </a:buClr>
        <a:buSzPct val="75000"/>
        <a:buFont typeface="Wingdings" panose="05000000000000000000" pitchFamily="2" charset="2"/>
        <a:buChar char="l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lr>
          <a:schemeClr val="tx1"/>
        </a:buClr>
        <a:buSzPct val="75000"/>
        <a:buChar char="–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SzPct val="75000"/>
        <a:buFont typeface="Wingdings" panose="05000000000000000000" pitchFamily="2" charset="2"/>
        <a:buChar char="l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SzPct val="80000"/>
        <a:buChar char="–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l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../../../../Program%20Files/TurningPoint/2003/Questions.html" TargetMode="Externa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AutoShape 2">
            <a:extLst>
              <a:ext uri="{FF2B5EF4-FFF2-40B4-BE49-F238E27FC236}">
                <a16:creationId xmlns:a16="http://schemas.microsoft.com/office/drawing/2014/main" id="{966D19AE-50A9-78C7-856C-FEB984D3AD16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en-US"/>
              <a:t>How To Use PowerPoint</a:t>
            </a:r>
            <a:br>
              <a:rPr lang="en-US" altLang="en-US"/>
            </a:br>
            <a:r>
              <a:rPr lang="en-US" altLang="en-US" sz="2400"/>
              <a:t>A Brief Introduction to Commonly Used Features</a:t>
            </a:r>
            <a:endParaRPr lang="en-US" altLang="en-US"/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CB192D5C-5874-652E-64C6-55D896B20DFB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en-US"/>
              <a:t>By Ryan McKenzie</a:t>
            </a:r>
          </a:p>
        </p:txBody>
      </p:sp>
      <p:sp>
        <p:nvSpPr>
          <p:cNvPr id="2052" name="FlagCount" hidden="1">
            <a:hlinkClick r:id="rId2" action="ppaction://hlinkfile"/>
            <a:extLst>
              <a:ext uri="{FF2B5EF4-FFF2-40B4-BE49-F238E27FC236}">
                <a16:creationId xmlns:a16="http://schemas.microsoft.com/office/drawing/2014/main" id="{8981BF35-08AB-57B8-035A-D79F3E94EC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55000" y="254000"/>
            <a:ext cx="381000" cy="317500"/>
          </a:xfrm>
          <a:prstGeom prst="wedgeRoundRectCallout">
            <a:avLst>
              <a:gd name="adj1" fmla="val -43750"/>
              <a:gd name="adj2" fmla="val 70000"/>
              <a:gd name="adj3" fmla="val 16667"/>
            </a:avLst>
          </a:prstGeom>
          <a:solidFill>
            <a:schemeClr val="accent1">
              <a:alpha val="25000"/>
            </a:schemeClr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 sz="1400" b="1">
                <a:latin typeface="Tahoma" panose="020B0604030504040204" pitchFamily="34" charset="0"/>
              </a:rPr>
              <a:t>0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VERSION" val="XP"/>
  <p:tag name="ISGAMESHOW" val="False"/>
</p:tagLst>
</file>

<file path=ppt/theme/theme1.xml><?xml version="1.0" encoding="utf-8"?>
<a:theme xmlns:a="http://schemas.openxmlformats.org/drawingml/2006/main" name="Capsules">
  <a:themeElements>
    <a:clrScheme name="Capsules 1">
      <a:dk1>
        <a:srgbClr val="003366"/>
      </a:dk1>
      <a:lt1>
        <a:srgbClr val="FFFFFF"/>
      </a:lt1>
      <a:dk2>
        <a:srgbClr val="006666"/>
      </a:dk2>
      <a:lt2>
        <a:srgbClr val="666699"/>
      </a:lt2>
      <a:accent1>
        <a:srgbClr val="33CCCC"/>
      </a:accent1>
      <a:accent2>
        <a:srgbClr val="99CC99"/>
      </a:accent2>
      <a:accent3>
        <a:srgbClr val="FFFFFF"/>
      </a:accent3>
      <a:accent4>
        <a:srgbClr val="002A56"/>
      </a:accent4>
      <a:accent5>
        <a:srgbClr val="ADE2E2"/>
      </a:accent5>
      <a:accent6>
        <a:srgbClr val="8AB98A"/>
      </a:accent6>
      <a:hlink>
        <a:srgbClr val="003366"/>
      </a:hlink>
      <a:folHlink>
        <a:srgbClr val="CC99FF"/>
      </a:folHlink>
    </a:clrScheme>
    <a:fontScheme name="Capsules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Capsules 1">
        <a:dk1>
          <a:srgbClr val="003366"/>
        </a:dk1>
        <a:lt1>
          <a:srgbClr val="FFFFFF"/>
        </a:lt1>
        <a:dk2>
          <a:srgbClr val="006666"/>
        </a:dk2>
        <a:lt2>
          <a:srgbClr val="666699"/>
        </a:lt2>
        <a:accent1>
          <a:srgbClr val="33CCCC"/>
        </a:accent1>
        <a:accent2>
          <a:srgbClr val="99CC99"/>
        </a:accent2>
        <a:accent3>
          <a:srgbClr val="FFFFFF"/>
        </a:accent3>
        <a:accent4>
          <a:srgbClr val="002A56"/>
        </a:accent4>
        <a:accent5>
          <a:srgbClr val="ADE2E2"/>
        </a:accent5>
        <a:accent6>
          <a:srgbClr val="8AB98A"/>
        </a:accent6>
        <a:hlink>
          <a:srgbClr val="003366"/>
        </a:hlink>
        <a:folHlink>
          <a:srgbClr val="CC99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apsules 2">
        <a:dk1>
          <a:srgbClr val="000000"/>
        </a:dk1>
        <a:lt1>
          <a:srgbClr val="FFFFFF"/>
        </a:lt1>
        <a:dk2>
          <a:srgbClr val="000000"/>
        </a:dk2>
        <a:lt2>
          <a:srgbClr val="808000"/>
        </a:lt2>
        <a:accent1>
          <a:srgbClr val="FFCC99"/>
        </a:accent1>
        <a:accent2>
          <a:srgbClr val="99CC00"/>
        </a:accent2>
        <a:accent3>
          <a:srgbClr val="FFFFFF"/>
        </a:accent3>
        <a:accent4>
          <a:srgbClr val="000000"/>
        </a:accent4>
        <a:accent5>
          <a:srgbClr val="FFE2CA"/>
        </a:accent5>
        <a:accent6>
          <a:srgbClr val="8AB900"/>
        </a:accent6>
        <a:hlink>
          <a:srgbClr val="336600"/>
        </a:hlink>
        <a:folHlink>
          <a:srgbClr val="FF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apsules 3">
        <a:dk1>
          <a:srgbClr val="006699"/>
        </a:dk1>
        <a:lt1>
          <a:srgbClr val="FFFFFF"/>
        </a:lt1>
        <a:dk2>
          <a:srgbClr val="6699FF"/>
        </a:dk2>
        <a:lt2>
          <a:srgbClr val="FFFFFF"/>
        </a:lt2>
        <a:accent1>
          <a:srgbClr val="33CCCC"/>
        </a:accent1>
        <a:accent2>
          <a:srgbClr val="006699"/>
        </a:accent2>
        <a:accent3>
          <a:srgbClr val="B8CAFF"/>
        </a:accent3>
        <a:accent4>
          <a:srgbClr val="DADADA"/>
        </a:accent4>
        <a:accent5>
          <a:srgbClr val="ADE2E2"/>
        </a:accent5>
        <a:accent6>
          <a:srgbClr val="005C8A"/>
        </a:accent6>
        <a:hlink>
          <a:srgbClr val="99CC00"/>
        </a:hlink>
        <a:folHlink>
          <a:srgbClr val="FFFF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apsules 4">
        <a:dk1>
          <a:srgbClr val="000000"/>
        </a:dk1>
        <a:lt1>
          <a:srgbClr val="FFFFFF"/>
        </a:lt1>
        <a:dk2>
          <a:srgbClr val="9900CC"/>
        </a:dk2>
        <a:lt2>
          <a:srgbClr val="006600"/>
        </a:lt2>
        <a:accent1>
          <a:srgbClr val="33CC33"/>
        </a:accent1>
        <a:accent2>
          <a:srgbClr val="FFCC66"/>
        </a:accent2>
        <a:accent3>
          <a:srgbClr val="FFFFFF"/>
        </a:accent3>
        <a:accent4>
          <a:srgbClr val="000000"/>
        </a:accent4>
        <a:accent5>
          <a:srgbClr val="ADE2AD"/>
        </a:accent5>
        <a:accent6>
          <a:srgbClr val="E7B95C"/>
        </a:accent6>
        <a:hlink>
          <a:srgbClr val="0033CC"/>
        </a:hlink>
        <a:folHlink>
          <a:srgbClr val="CC00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apsules 5">
        <a:dk1>
          <a:srgbClr val="000066"/>
        </a:dk1>
        <a:lt1>
          <a:srgbClr val="FFFFFF"/>
        </a:lt1>
        <a:dk2>
          <a:srgbClr val="336699"/>
        </a:dk2>
        <a:lt2>
          <a:srgbClr val="FFFFEB"/>
        </a:lt2>
        <a:accent1>
          <a:srgbClr val="99CCFF"/>
        </a:accent1>
        <a:accent2>
          <a:srgbClr val="9999FF"/>
        </a:accent2>
        <a:accent3>
          <a:srgbClr val="ADB8CA"/>
        </a:accent3>
        <a:accent4>
          <a:srgbClr val="DADADA"/>
        </a:accent4>
        <a:accent5>
          <a:srgbClr val="CAE2FF"/>
        </a:accent5>
        <a:accent6>
          <a:srgbClr val="8A8AE7"/>
        </a:accent6>
        <a:hlink>
          <a:srgbClr val="CCCCFF"/>
        </a:hlink>
        <a:folHlink>
          <a:srgbClr val="C68D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apsules 6">
        <a:dk1>
          <a:srgbClr val="808000"/>
        </a:dk1>
        <a:lt1>
          <a:srgbClr val="FFFFFF"/>
        </a:lt1>
        <a:dk2>
          <a:srgbClr val="006666"/>
        </a:dk2>
        <a:lt2>
          <a:srgbClr val="FFFFFF"/>
        </a:lt2>
        <a:accent1>
          <a:srgbClr val="FFCC66"/>
        </a:accent1>
        <a:accent2>
          <a:srgbClr val="00ACA8"/>
        </a:accent2>
        <a:accent3>
          <a:srgbClr val="AAB8B8"/>
        </a:accent3>
        <a:accent4>
          <a:srgbClr val="DADADA"/>
        </a:accent4>
        <a:accent5>
          <a:srgbClr val="FFE2B8"/>
        </a:accent5>
        <a:accent6>
          <a:srgbClr val="009B98"/>
        </a:accent6>
        <a:hlink>
          <a:srgbClr val="CCCC00"/>
        </a:hlink>
        <a:folHlink>
          <a:srgbClr val="33CC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apsules 7">
        <a:dk1>
          <a:srgbClr val="FFFFCC"/>
        </a:dk1>
        <a:lt1>
          <a:srgbClr val="FFFFFF"/>
        </a:lt1>
        <a:dk2>
          <a:srgbClr val="660033"/>
        </a:dk2>
        <a:lt2>
          <a:srgbClr val="FFFFFF"/>
        </a:lt2>
        <a:accent1>
          <a:srgbClr val="FF9900"/>
        </a:accent1>
        <a:accent2>
          <a:srgbClr val="CC3300"/>
        </a:accent2>
        <a:accent3>
          <a:srgbClr val="B8AAAD"/>
        </a:accent3>
        <a:accent4>
          <a:srgbClr val="DADADA"/>
        </a:accent4>
        <a:accent5>
          <a:srgbClr val="FFCAAA"/>
        </a:accent5>
        <a:accent6>
          <a:srgbClr val="B92D00"/>
        </a:accent6>
        <a:hlink>
          <a:srgbClr val="FFCC00"/>
        </a:hlink>
        <a:folHlink>
          <a:srgbClr val="FFCC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apsules 8">
        <a:dk1>
          <a:srgbClr val="FF0000"/>
        </a:dk1>
        <a:lt1>
          <a:srgbClr val="FFFFFF"/>
        </a:lt1>
        <a:dk2>
          <a:srgbClr val="000000"/>
        </a:dk2>
        <a:lt2>
          <a:srgbClr val="FFFFFF"/>
        </a:lt2>
        <a:accent1>
          <a:srgbClr val="FFCC00"/>
        </a:accent1>
        <a:accent2>
          <a:srgbClr val="CC3300"/>
        </a:accent2>
        <a:accent3>
          <a:srgbClr val="AAAAAA"/>
        </a:accent3>
        <a:accent4>
          <a:srgbClr val="DADADA"/>
        </a:accent4>
        <a:accent5>
          <a:srgbClr val="FFE2AA"/>
        </a:accent5>
        <a:accent6>
          <a:srgbClr val="B92D00"/>
        </a:accent6>
        <a:hlink>
          <a:srgbClr val="FF6600"/>
        </a:hlink>
        <a:folHlink>
          <a:srgbClr val="FF7C8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Capsules</Template>
  <TotalTime>366</TotalTime>
  <Words>16</Words>
  <Application>Microsoft Office PowerPoint</Application>
  <PresentationFormat>On-screen Show (4:3)</PresentationFormat>
  <Paragraphs>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Arial</vt:lpstr>
      <vt:lpstr>Wingdings</vt:lpstr>
      <vt:lpstr>Times New Roman</vt:lpstr>
      <vt:lpstr>Tahoma</vt:lpstr>
      <vt:lpstr>BankGothic Lt BT</vt:lpstr>
      <vt:lpstr>Capsules</vt:lpstr>
      <vt:lpstr>How To Use PowerPoint A Brief Introduction to Commonly Used Features</vt:lpstr>
    </vt:vector>
  </TitlesOfParts>
  <Company>University of Kentucky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Test PowerPoint FIle</dc:title>
  <dc:creator>user</dc:creator>
  <cp:lastModifiedBy>maxkaran.karan@gmail.com</cp:lastModifiedBy>
  <cp:revision>17</cp:revision>
  <dcterms:created xsi:type="dcterms:W3CDTF">2005-02-10T21:18:44Z</dcterms:created>
  <dcterms:modified xsi:type="dcterms:W3CDTF">2026-07-14T17:12:54Z</dcterms:modified>
</cp:coreProperties>
</file>