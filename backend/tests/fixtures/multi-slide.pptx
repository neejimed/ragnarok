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5" autoAdjust="0"/>
    <p:restoredTop sz="44771" autoAdjust="0"/>
  </p:normalViewPr>
  <p:slideViewPr>
    <p:cSldViewPr>
      <p:cViewPr varScale="1">
        <p:scale>
          <a:sx n="37" d="100"/>
          <a:sy n="37" d="100"/>
        </p:scale>
        <p:origin x="2856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8A18B-8F7A-4331-888D-6F69B2F60007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3CA94-6857-444A-AC29-E4AA28F7D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Cover slide option #1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Cover slide option #3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95600"/>
            <a:ext cx="7772400" cy="1066800"/>
          </a:xfrm>
        </p:spPr>
        <p:txBody>
          <a:bodyPr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648200"/>
            <a:ext cx="6400800" cy="1905000"/>
          </a:xfrm>
        </p:spPr>
        <p:txBody>
          <a:bodyPr>
            <a:norm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</a:t>
            </a:r>
            <a:br>
              <a:rPr lang="en-US" dirty="0"/>
            </a:br>
            <a:r>
              <a:rPr lang="en-US" dirty="0"/>
              <a:t>Department</a:t>
            </a:r>
            <a:br>
              <a:rPr lang="en-US" dirty="0"/>
            </a:br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  <a:p>
            <a:r>
              <a:rPr lang="en-US" dirty="0"/>
              <a:t>Other Information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312" y="802105"/>
            <a:ext cx="4650102" cy="91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33400" y="1676400"/>
            <a:ext cx="8153400" cy="44196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List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153400" cy="45720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Char char="•"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sz="3600" b="1" dirty="0">
                <a:solidFill>
                  <a:srgbClr val="7F7F7F"/>
                </a:solidFill>
                <a:latin typeface="Arial"/>
                <a:cs typeface="Arial"/>
              </a:rPr>
              <a:t>Section Title</a:t>
            </a:r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le and Content (Graph) With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3008313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676400"/>
            <a:ext cx="8229600" cy="42672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Notes a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077200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077200" cy="41148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676400"/>
            <a:ext cx="8001000" cy="4495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248400"/>
            <a:ext cx="8153400" cy="347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caption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1066800"/>
            <a:ext cx="81534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- Insert the Elements You N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8BED192-F3DA-6748-864A-2BAE7D796B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1B5272-1085-A24C-9AEA-2BE3FAFBE5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96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153400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8" r:id="rId5"/>
    <p:sldLayoutId id="2147483660" r:id="rId6"/>
    <p:sldLayoutId id="2147483654" r:id="rId7"/>
    <p:sldLayoutId id="2147483657" r:id="rId8"/>
    <p:sldLayoutId id="2147483655" r:id="rId9"/>
    <p:sldLayoutId id="2147483662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 baseline="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6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6713"/>
            <a:ext cx="7772400" cy="1362075"/>
          </a:xfrm>
        </p:spPr>
        <p:txBody>
          <a:bodyPr>
            <a:normAutofit/>
          </a:bodyPr>
          <a:lstStyle/>
          <a:p>
            <a:r>
              <a:rPr lang="en-US" sz="2800" cap="none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22313" y="4648201"/>
            <a:ext cx="7772400" cy="1683688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cs typeface="Arial"/>
              </a:rPr>
              <a:t>Author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Department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Date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Location</a:t>
            </a: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22313" y="2906713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0"/>
              </a:spcBef>
            </a:pPr>
            <a:r>
              <a:rPr lang="en-US" sz="2800" b="1" dirty="0">
                <a:solidFill>
                  <a:prstClr val="black"/>
                </a:solidFill>
                <a:latin typeface="Arial"/>
              </a:rPr>
              <a:t>Presentation Title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722313" y="4648201"/>
            <a:ext cx="7772400" cy="16836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Author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Department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Date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theme/theme1.xml><?xml version="1.0" encoding="utf-8"?>
<a:theme xmlns:a="http://schemas.openxmlformats.org/drawingml/2006/main" name="Dickinson_Template_red">
  <a:themeElements>
    <a:clrScheme name="Dickinson">
      <a:dk1>
        <a:srgbClr val="151515"/>
      </a:dk1>
      <a:lt1>
        <a:srgbClr val="FFFFFF"/>
      </a:lt1>
      <a:dk2>
        <a:srgbClr val="C00000"/>
      </a:dk2>
      <a:lt2>
        <a:srgbClr val="FFFFFF"/>
      </a:lt2>
      <a:accent1>
        <a:srgbClr val="C00000"/>
      </a:accent1>
      <a:accent2>
        <a:srgbClr val="595959"/>
      </a:accent2>
      <a:accent3>
        <a:srgbClr val="76923C"/>
      </a:accent3>
      <a:accent4>
        <a:srgbClr val="D8D8D8"/>
      </a:accent4>
      <a:accent5>
        <a:srgbClr val="F7DD6D"/>
      </a:accent5>
      <a:accent6>
        <a:srgbClr val="96A0FC"/>
      </a:accent6>
      <a:hlink>
        <a:srgbClr val="C00000"/>
      </a:hlink>
      <a:folHlink>
        <a:srgbClr val="54A5E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Dickinson_Template_red</Template>
  <TotalTime>12</TotalTime>
  <Words>30</Words>
  <Application>Microsoft Office PowerPoint</Application>
  <PresentationFormat>On-screen Show (4:3)</PresentationFormat>
  <Paragraphs>19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Dickinson_Template_red</vt:lpstr>
      <vt:lpstr>Presentation Title</vt:lpstr>
      <vt:lpstr>Presentation Title</vt:lpstr>
      <vt:lpstr>PowerPoint Presentation</vt:lpstr>
    </vt:vector>
  </TitlesOfParts>
  <Company>Library and Information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gettym</dc:creator>
  <cp:lastModifiedBy>maxkaran.karan@gmail.com</cp:lastModifiedBy>
  <cp:revision>3</cp:revision>
  <dcterms:created xsi:type="dcterms:W3CDTF">2012-03-02T03:45:19Z</dcterms:created>
  <dcterms:modified xsi:type="dcterms:W3CDTF">2026-07-14T17:13:15Z</dcterms:modified>
</cp:coreProperties>
</file>